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82"/>
  </p:normalViewPr>
  <p:slideViewPr>
    <p:cSldViewPr snapToGrid="0">
      <p:cViewPr varScale="1">
        <p:scale>
          <a:sx n="119" d="100"/>
          <a:sy n="119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AF075-4BE9-77EF-6142-ED46FB847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25DFF6-186D-6055-A09C-7E240135F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AFE364-C813-65E7-F89B-E5C195EAE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5C3-5084-6545-B4F9-1E62E182AD6F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D0A3BA-6BA5-1A6C-7A9E-51F4DDAD1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2A389A-F930-A4F5-2968-314984383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583D-FE43-8543-83CA-BD98AEFBFD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629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9211F-2CD2-B655-481C-AA3BEB9A2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EB9228-FF9F-0FBA-A79C-78BAE2FA2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88E08-8354-987E-E592-5B94FC04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5C3-5084-6545-B4F9-1E62E182AD6F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7CA86B-A685-8F2A-0B8A-AF4EB0A1E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ED1CC-7829-52DE-64F0-9400D88D8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583D-FE43-8543-83CA-BD98AEFBFD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0196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8BB32-42D1-F4EE-9352-E5150EB27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0E2E6A-A273-5B5F-499E-821A0254A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01B373-F986-45F2-3AC3-F841DDCFA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5C3-5084-6545-B4F9-1E62E182AD6F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7EB352-D69F-3B95-C704-518CAA08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4BDCB0-641D-4DBF-3185-6123C37C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583D-FE43-8543-83CA-BD98AEFBFD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3879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526FE-7F59-9913-B391-191ED094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39DDBF-260F-3D7B-6934-946DF902A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69B573-DD8D-B9E6-71F2-7B2A11439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EA037F-747F-9AC1-F7F8-727B570A0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5C3-5084-6545-B4F9-1E62E182AD6F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FACA1B-55BC-D8EE-88C8-AB5088E3C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C4B036-FD72-0B42-A97E-65E425A46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583D-FE43-8543-83CA-BD98AEFBFD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578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40C3F-2DE1-474B-549D-0897C08C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E0DAC3-B3FA-197E-5485-B6F56E4B1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452E23-BD9D-3328-9ED1-DFD2255C0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E55678-9CB6-0F81-CEF0-5DB8BBA21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8E4ECC-1966-F4C1-3BB7-C49D8FCC4A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0FE32D-8422-8C62-DBD5-577A84FA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5C3-5084-6545-B4F9-1E62E182AD6F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2AC85D-8683-DBD7-0315-7AEE1F2E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23E1FA-E40C-ABF3-777B-6A48BA67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583D-FE43-8543-83CA-BD98AEFBFD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942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0A0C8-2B2C-2B66-AD5A-819F921E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592063-DEB3-8AA8-B273-3BA6B115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5C3-5084-6545-B4F9-1E62E182AD6F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B4229A-C14C-BD59-672C-D07B5974D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3D864E-012C-7966-7261-ED9C1C01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583D-FE43-8543-83CA-BD98AEFBFD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4326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5DBA45-3228-FA00-9BCE-FA0FBC1C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5C3-5084-6545-B4F9-1E62E182AD6F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F089E6-00B1-B86C-A43E-EFAB212A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D854F7-9773-9801-832A-31BB0B7E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583D-FE43-8543-83CA-BD98AEFBFD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51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F0A00-29DE-5523-C06B-88BF2DBCA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F8569E-CEC2-A08E-52DE-543B97FC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58FF03-48CB-D265-0B2B-D19821BE6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727EB8-90CF-F937-B37B-5BAC188A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5C3-5084-6545-B4F9-1E62E182AD6F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93FBAD-D90A-04E6-5079-636151200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AF7712-CBCD-2190-C6BA-B4D93E21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583D-FE43-8543-83CA-BD98AEFBFD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159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B207D-ED48-6F1C-1B0D-794464E1D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04F27F5-6D85-209E-D43C-DB87949AA4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2A5C59-DD5E-4998-B44F-940F22F7D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68EE6D-D24F-0DB6-D398-346CFF048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5C3-5084-6545-B4F9-1E62E182AD6F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F7EAB4-D2E7-F1C5-9EE5-8D9D946DE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D6841A-28A9-F34A-4C4C-244B9571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583D-FE43-8543-83CA-BD98AEFBFD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6975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57FFE-261B-1EAD-308F-39FEBAC60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C39C6C-9EB0-2D55-5C98-8EC7BF437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AFBE19-BF04-3E6F-EC1E-FB4BB020D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5C3-5084-6545-B4F9-1E62E182AD6F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7D3D73-27B1-5864-4AF7-122A3679F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AA20C2-7128-B490-215C-DD968D81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583D-FE43-8543-83CA-BD98AEFBFD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431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E6762F-537E-612E-8236-1205D339E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2A92D5-455A-CAF9-813D-911DE9CF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327C9F-8FDC-06C8-516F-5ED17253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5C3-5084-6545-B4F9-1E62E182AD6F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72BEF5-2FA2-F6EB-411F-F62967E65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379712-7FAC-9577-D3A4-44DA7C12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583D-FE43-8543-83CA-BD98AEFBFD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479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238EA7-42F0-B9D1-E55B-34312113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224754-8E94-1A0C-69D4-9AE3CCFD9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CA02C9-FC45-4826-A3C9-1B709913E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EE5C3-5084-6545-B4F9-1E62E182AD6F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AE7DE4-7493-9091-6CC2-F26BE299F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CF16BB-87FB-660C-B6CF-C6BD8DC4C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6583D-FE43-8543-83CA-BD98AEFBFD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95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1E329-7E8F-A74C-0187-C7B4954392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#English#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B4309A-2BC2-7B8F-9374-E4EC546E6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#Chinese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4722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47E34DF-02F2-C747-891F-37C703710852}"/>
              </a:ext>
            </a:extLst>
          </p:cNvPr>
          <p:cNvSpPr txBox="1"/>
          <p:nvPr/>
        </p:nvSpPr>
        <p:spPr>
          <a:xfrm>
            <a:off x="4485939" y="2130014"/>
            <a:ext cx="27847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dirty="0"/>
              <a:t>Chinese</a:t>
            </a:r>
            <a:endParaRPr kumimoji="1" lang="zh-CN" altLang="en-US" sz="6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18D484-4779-70D6-732C-9D3CF99AF90C}"/>
              </a:ext>
            </a:extLst>
          </p:cNvPr>
          <p:cNvSpPr txBox="1"/>
          <p:nvPr/>
        </p:nvSpPr>
        <p:spPr>
          <a:xfrm>
            <a:off x="2465294" y="3429000"/>
            <a:ext cx="32447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dirty="0"/>
              <a:t>#Chinese</a:t>
            </a:r>
            <a:endParaRPr kumimoji="1" lang="zh-CN" altLang="en-US" sz="6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8B0D30-E855-202F-DEF1-6530E66FA998}"/>
              </a:ext>
            </a:extLst>
          </p:cNvPr>
          <p:cNvSpPr txBox="1"/>
          <p:nvPr/>
        </p:nvSpPr>
        <p:spPr>
          <a:xfrm>
            <a:off x="7134113" y="3428999"/>
            <a:ext cx="32447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dirty="0"/>
              <a:t>Chinese#</a:t>
            </a:r>
            <a:endParaRPr kumimoji="1"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86013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7448019-F60F-1A53-9B93-812414711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114797"/>
              </p:ext>
            </p:extLst>
          </p:nvPr>
        </p:nvGraphicFramePr>
        <p:xfrm>
          <a:off x="2032000" y="719666"/>
          <a:ext cx="6939878" cy="2443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9878">
                  <a:extLst>
                    <a:ext uri="{9D8B030D-6E8A-4147-A177-3AD203B41FA5}">
                      <a16:colId xmlns:a16="http://schemas.microsoft.com/office/drawing/2014/main" val="8524694"/>
                    </a:ext>
                  </a:extLst>
                </a:gridCol>
              </a:tblGrid>
              <a:tr h="24430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dirty="0"/>
                        <a:t>#Chinese#</a:t>
                      </a:r>
                      <a:endParaRPr lang="zh-CN" altLang="en-US" sz="4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432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058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E95C766-C465-B803-E775-93005EFBD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727056"/>
              </p:ext>
            </p:extLst>
          </p:nvPr>
        </p:nvGraphicFramePr>
        <p:xfrm>
          <a:off x="2032000" y="719666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244217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#A#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443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#B#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311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#C#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38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953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AE4A2-F4DB-0CDF-2F88-75BEC2ED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ED3FF75-84DC-81F2-00FB-CA7ED0EA9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778855"/>
              </p:ext>
            </p:extLst>
          </p:nvPr>
        </p:nvGraphicFramePr>
        <p:xfrm>
          <a:off x="2032000" y="719666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244217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#A#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443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#B#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311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#C##X#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38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807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76DF553-C869-75DF-C44F-6E161E72D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454175"/>
              </p:ext>
            </p:extLst>
          </p:nvPr>
        </p:nvGraphicFramePr>
        <p:xfrm>
          <a:off x="2032000" y="719666"/>
          <a:ext cx="8127999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5986869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842815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0632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#subtitle#</a:t>
                      </a:r>
                      <a:endParaRPr lang="zh-CN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/>
                        <a:t>#subtitle#</a:t>
                      </a:r>
                      <a:endParaRPr lang="zh-CN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793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975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8787-EBBB-E061-68C0-64B2344A2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CD0BE83-00BD-B78E-1D01-ADD951894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265016"/>
              </p:ext>
            </p:extLst>
          </p:nvPr>
        </p:nvGraphicFramePr>
        <p:xfrm>
          <a:off x="2032000" y="719666"/>
          <a:ext cx="8128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244217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6000" dirty="0"/>
                        <a:t>#A#</a:t>
                      </a:r>
                      <a:endParaRPr lang="zh-CN" altLang="en-US" sz="6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443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6000" dirty="0"/>
                        <a:t>#B##C#</a:t>
                      </a:r>
                      <a:endParaRPr lang="zh-CN" altLang="en-US" sz="6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311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6000" dirty="0"/>
                        <a:t>#B# #C#</a:t>
                      </a:r>
                      <a:endParaRPr lang="zh-CN" altLang="en-US" sz="6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38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628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53</Words>
  <Application>Microsoft Macintosh PowerPoint</Application>
  <PresentationFormat>宽屏</PresentationFormat>
  <Paragraphs>17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#English#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Wong</dc:creator>
  <cp:lastModifiedBy>James Wong</cp:lastModifiedBy>
  <cp:revision>11</cp:revision>
  <dcterms:created xsi:type="dcterms:W3CDTF">2026-01-10T07:53:38Z</dcterms:created>
  <dcterms:modified xsi:type="dcterms:W3CDTF">2026-01-11T03:12:52Z</dcterms:modified>
</cp:coreProperties>
</file>